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cq71Ln3WwlDh5ybHvEKiUa81O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C9AE2F-B0D4-4709-856F-D8581856DBDA}">
  <a:tblStyle styleId="{42C9AE2F-B0D4-4709-856F-D8581856DBD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3bdf54b8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a3bdf54b8c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9.png"/><Relationship Id="rId9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Campus Seguro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6" y="1710819"/>
            <a:ext cx="7633494" cy="4350553"/>
            <a:chOff x="0" y="0"/>
            <a:chExt cx="7633494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Moisés Muñoz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Project Manager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Frontend/Backend y aportes a otras 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áreas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Ignacio Palma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Encargado de documentación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Frontend/Backend, documentación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Jordan Garcia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de 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validación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Validación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y aporte a otras 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áreas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Campus Seguro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“Campus Seguro”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reportes de incidencias en los campus suelen ser informales, causando demoras y pérdida de información. Lo que provoca dificultades para recopilar y analizar los problemas posibles en un futuro.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plataforma web que permitirá reportar y gestionar incidencias en tiempo real. Optimiza la trazabilidad, genera estadísticas útiles para la gestión. Con ello se reducen tiempos de respuesta y se mejora la seguridad institucional.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“Campus Seguro”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web, que permita gestionar, monitorear y analizar reportes de incidencias en infraestructura y seguridad dentro del entorno universitario, optimizando la comunicación entre usuarios, personal de mantenimiento y administradores mediante una plataforma centralizada, segura y de fácil uso.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web de gestión de reportes con roles diferenciados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p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ermita el registro detallado de incidencias con evidencia fotográfica, el seguimiento en tiempo real de su estado y prioridad, y la visualización centralizada de métricas clave para la toma de decisiones informadas.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“Campus Seguro”</a:t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33" name="Google Shape;13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" name="Google Shape;134;p5"/>
          <p:cNvSpPr txBox="1"/>
          <p:nvPr/>
        </p:nvSpPr>
        <p:spPr>
          <a:xfrm>
            <a:off x="5923100" y="2469500"/>
            <a:ext cx="4164300" cy="3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equipo se compone de 3 personas.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metodología utilizada no asegura la solución de imprevistos externos.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alcance de las tareas dependerá del tiempo y recursos disponibles.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Inicialmente DuocUC Sede San Andrés de Concepción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1646325" y="2408675"/>
            <a:ext cx="4164300" cy="3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web funcional para gestionar reportes de infraestructuras.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roles diferenciados con funciones para cada rol.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Registros con evidencias y seguimiento de estado para toma de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541000" y="2408675"/>
            <a:ext cx="4164300" cy="3147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923100" y="2408675"/>
            <a:ext cx="4085700" cy="3147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“Campus Seguro”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6"/>
          <p:cNvSpPr txBox="1"/>
          <p:nvPr/>
        </p:nvSpPr>
        <p:spPr>
          <a:xfrm>
            <a:off x="1557000" y="2753600"/>
            <a:ext cx="90780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Kanban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flexibilidad para un equipo de 3 personas.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priorizar tareas y visualizar el flujo de trabajo.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Semanalmente se revisan avances del proyecto.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" name="Google Shape;151;g3a3bdf54b8c_1_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2" name="Google Shape;152;g3a3bdf54b8c_1_1"/>
          <p:cNvGraphicFramePr/>
          <p:nvPr/>
        </p:nvGraphicFramePr>
        <p:xfrm>
          <a:off x="-54" y="-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{42C9AE2F-B0D4-4709-856F-D8581856DBDA}</a:tableStyleId>
              </a:tblPr>
              <a:tblGrid>
                <a:gridCol w="1462375"/>
                <a:gridCol w="580150"/>
                <a:gridCol w="566125"/>
                <a:gridCol w="569375"/>
                <a:gridCol w="569375"/>
                <a:gridCol w="566125"/>
                <a:gridCol w="566125"/>
                <a:gridCol w="566125"/>
                <a:gridCol w="566125"/>
                <a:gridCol w="566125"/>
                <a:gridCol w="566125"/>
                <a:gridCol w="566125"/>
                <a:gridCol w="568300"/>
                <a:gridCol w="568300"/>
                <a:gridCol w="568300"/>
                <a:gridCol w="568300"/>
                <a:gridCol w="395250"/>
                <a:gridCol w="568300"/>
                <a:gridCol w="622525"/>
                <a:gridCol w="622525"/>
              </a:tblGrid>
              <a:tr h="952950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 hMerge="1"/>
              </a:tr>
              <a:tr h="2596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</a:tr>
              <a:tr h="818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Análisis de requerimientos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</a:tr>
              <a:tr h="7239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r>
                        <a:rPr lang="es-CL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de software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</a:tr>
              <a:tr h="11778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r>
                        <a:rPr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frontend / Desarrollo backend (simultáneo)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r>
                        <a:rPr b="1"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r>
                        <a:rPr b="1"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r>
                        <a:rPr b="1"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</a:tr>
              <a:tr h="5990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Integración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</a:tr>
              <a:tr h="8105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(simultáneo)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</a:tr>
              <a:tr h="5638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Documentación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Presentación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</a:tr>
              <a:tr h="5814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Despliegue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7" name="Google Shape;1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“Campus Seguro”</a:t>
            </a:r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</p:txBody>
      </p:sp>
      <p:cxnSp>
        <p:nvCxnSpPr>
          <p:cNvPr id="160" name="Google Shape;160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1" name="Google Shape;161;p8" title="kanban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675" y="3122955"/>
            <a:ext cx="11397025" cy="230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6" name="Google Shape;1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“Campus Seguro”</a:t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0" y="1432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la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" name="Google Shape;169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0" name="Google Shape;170;p9" title="2kanban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8125" y="2083000"/>
            <a:ext cx="7528126" cy="46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5" name="Google Shape;1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“Campus Seguro”</a:t>
            </a:r>
            <a:endParaRPr/>
          </a:p>
        </p:txBody>
      </p:sp>
      <p:sp>
        <p:nvSpPr>
          <p:cNvPr id="177" name="Google Shape;177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78" name="Google Shape;178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9" name="Google Shape;179;p10" title="Relational_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3225" y="738250"/>
            <a:ext cx="9005558" cy="596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4" name="Google Shape;1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1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“Campus Seguro”</a:t>
            </a:r>
            <a:endParaRPr/>
          </a:p>
        </p:txBody>
      </p:sp>
      <p:sp>
        <p:nvSpPr>
          <p:cNvPr id="186" name="Google Shape;186;p11"/>
          <p:cNvSpPr txBox="1"/>
          <p:nvPr/>
        </p:nvSpPr>
        <p:spPr>
          <a:xfrm>
            <a:off x="0" y="7778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Analíticos a Incorporar</a:t>
            </a:r>
            <a:endParaRPr/>
          </a:p>
        </p:txBody>
      </p:sp>
      <p:cxnSp>
        <p:nvCxnSpPr>
          <p:cNvPr id="187" name="Google Shape;187;p1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8" name="Google Shape;188;p11"/>
          <p:cNvSpPr txBox="1"/>
          <p:nvPr/>
        </p:nvSpPr>
        <p:spPr>
          <a:xfrm>
            <a:off x="352775" y="1424300"/>
            <a:ext cx="2904300" cy="47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Tendencia temporal de incidentes en el campus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quiere hacer?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incidentes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¿Para qué lo quiere hacer?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Anticipar momentos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críticos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lo va a hacer?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las fechas (creación,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cierre)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 txBox="1"/>
          <p:nvPr/>
        </p:nvSpPr>
        <p:spPr>
          <a:xfrm>
            <a:off x="4643850" y="1463850"/>
            <a:ext cx="2904300" cy="47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Tendencia de criticidad e impacto de las incidencias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quiere hacer?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Analizar niveles de criticidad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¿Para qué lo quiere hacer?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Detectar deterioros, justificar inversiones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lo va a hacer?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Calculando porcentaje de incidencias mensuales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 txBox="1"/>
          <p:nvPr/>
        </p:nvSpPr>
        <p:spPr>
          <a:xfrm>
            <a:off x="8139025" y="1463850"/>
            <a:ext cx="2904300" cy="47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Tendencia del desempeño del mantenimiento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quiere hacer?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Evaluar rapidez/lentitud del personal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¿Para qué lo quiere hacer?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periodos de saturación o carga laboral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lo va a hacer?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Calcular tiempo promedio de resolución mensual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5" name="Google Shape;1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“Campus Seguro”</a:t>
            </a:r>
            <a:endParaRPr/>
          </a:p>
        </p:txBody>
      </p:sp>
      <p:sp>
        <p:nvSpPr>
          <p:cNvPr id="197" name="Google Shape;197;p12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98" name="Google Shape;198;p1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9" name="Google Shape;199;p12"/>
          <p:cNvSpPr txBox="1"/>
          <p:nvPr/>
        </p:nvSpPr>
        <p:spPr>
          <a:xfrm>
            <a:off x="3676350" y="2569075"/>
            <a:ext cx="4839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 JavaScript + CSS + Bootstrap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 Django (Python)</a:t>
            </a:r>
            <a:endParaRPr sz="2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datos: SQLite</a:t>
            </a:r>
            <a:endParaRPr sz="2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versiones: Git + Github</a:t>
            </a:r>
            <a:endParaRPr sz="2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725" y="1432652"/>
            <a:ext cx="1136425" cy="113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9725" y="3156452"/>
            <a:ext cx="1136424" cy="160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30350" y="1432650"/>
            <a:ext cx="1424982" cy="1136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33212" y="4760900"/>
            <a:ext cx="3262458" cy="113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32725" y="4760900"/>
            <a:ext cx="2400900" cy="113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540625" y="3156450"/>
            <a:ext cx="1604450" cy="16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0" name="Google Shape;21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3"/>
          <p:cNvSpPr txBox="1"/>
          <p:nvPr/>
        </p:nvSpPr>
        <p:spPr>
          <a:xfrm>
            <a:off x="1" y="992895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  <p:sp>
        <p:nvSpPr>
          <p:cNvPr id="212" name="Google Shape;212;p13"/>
          <p:cNvSpPr txBox="1"/>
          <p:nvPr/>
        </p:nvSpPr>
        <p:spPr>
          <a:xfrm>
            <a:off x="1097900" y="2228525"/>
            <a:ext cx="2782800" cy="13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registro de reportes totalmente operativo.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 txBox="1"/>
          <p:nvPr/>
        </p:nvSpPr>
        <p:spPr>
          <a:xfrm>
            <a:off x="4918388" y="2228525"/>
            <a:ext cx="2782800" cy="19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Roles y permisos implementados (Usuario, Mantenimiento, Administración).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 txBox="1"/>
          <p:nvPr/>
        </p:nvSpPr>
        <p:spPr>
          <a:xfrm>
            <a:off x="8738900" y="2273400"/>
            <a:ext cx="3207900" cy="15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asignación/desasignación de mantenedores en funcionamiento.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 txBox="1"/>
          <p:nvPr/>
        </p:nvSpPr>
        <p:spPr>
          <a:xfrm>
            <a:off x="1097900" y="5285025"/>
            <a:ext cx="2782800" cy="11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Historial automático de cambios de estado y asignación.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 txBox="1"/>
          <p:nvPr/>
        </p:nvSpPr>
        <p:spPr>
          <a:xfrm>
            <a:off x="5049050" y="5042025"/>
            <a:ext cx="2521500" cy="14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de mantenimiento con métricas en tiempo real.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 txBox="1"/>
          <p:nvPr/>
        </p:nvSpPr>
        <p:spPr>
          <a:xfrm>
            <a:off x="8772150" y="4935425"/>
            <a:ext cx="2521500" cy="14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Flujo completo del ciclo de vida del reporte funcionando.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 txBox="1"/>
          <p:nvPr/>
        </p:nvSpPr>
        <p:spPr>
          <a:xfrm>
            <a:off x="1097900" y="3777300"/>
            <a:ext cx="27828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 consolidado y escalable.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550475" y="1982900"/>
            <a:ext cx="3862500" cy="15669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1113100" y="3701200"/>
            <a:ext cx="2782800" cy="14415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961025" y="5267425"/>
            <a:ext cx="3026100" cy="11985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4918500" y="1982900"/>
            <a:ext cx="2782800" cy="24483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4777800" y="4826450"/>
            <a:ext cx="2923500" cy="19293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8738900" y="2134950"/>
            <a:ext cx="3141300" cy="19293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8594550" y="4720000"/>
            <a:ext cx="2923500" cy="18399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0" name="Google Shape;2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4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sp>
        <p:nvSpPr>
          <p:cNvPr id="232" name="Google Shape;232;p14"/>
          <p:cNvSpPr txBox="1"/>
          <p:nvPr/>
        </p:nvSpPr>
        <p:spPr>
          <a:xfrm>
            <a:off x="910300" y="2130225"/>
            <a:ext cx="103638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 de claridad inicial sobre el enfoque de inteligencia de negocios. Ya que necesitábamos asegurarnos de que nuestro sistema no se limitara a ser un simple CRUD.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tiempo, debido a 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horarios 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laborales y personales, resultó complejo coordinar reuniones presenciales o virtuales. Esto generó dificultades para avanzar, retrasando algunas etapas de análisis, diseño e implementación.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7" name="Google Shape;23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5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"/>
          <p:cNvSpPr txBox="1"/>
          <p:nvPr>
            <p:ph type="title"/>
          </p:nvPr>
        </p:nvSpPr>
        <p:spPr>
          <a:xfrm>
            <a:off x="2639616" y="19168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Consultas y/o Comentarios</a:t>
            </a:r>
            <a:endParaRPr/>
          </a:p>
        </p:txBody>
      </p:sp>
      <p:pic>
        <p:nvPicPr>
          <p:cNvPr descr="foto_preguntas.jpg" id="244" name="Google Shape;2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9857" y="3356993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